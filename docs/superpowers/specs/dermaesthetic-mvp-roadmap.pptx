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Dermaesthetic Super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MVP Development Roadmap</a:t>
            </a:r>
            <a:br/>
            <a:r>
              <a:t>June 2026 - January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14 Features (11 Phase 1 + 3 Phase 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28 Weeks Development (1 sprint = 1 week)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 Buffer Weeks (strategic placement)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Team: 2 Flutter Devs + 2 Fullstack Devs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Timeline: June 2026 → January 2027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CTO Target: Beat by ~5 months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Deferred: Laundry, Loyalty &amp; Membership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457200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Flutter Developer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Mobile app (Android + iOS)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Flutter Developer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Mobile app (Android + iOS)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Fullstack Developer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APIs + CMS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Fullstack Developer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APIs + CMS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Buffer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548640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 integration testing, Bug fixes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integration, Payment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integration, Cross-feature validation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Final QA, Regression testing, Store prep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B-BUF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integration, Security audit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Features Overview (14 Features)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286000"/>
                <a:gridCol w="2286000"/>
              </a:tblGrid>
              <a:tr h="3396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Authentication &amp;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 to M-2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Homepage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M-3 to M-4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Brand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M-5 to M-6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8-9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Clinic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M-7 to M-9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M-10 to M-11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14-15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Skin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Healthy Food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M-14 to M-15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18-19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M-16 to M-17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20-21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Treatment Transaction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Skin Journey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Backend Sprints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2880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Project setup, Auth APIs, User model, DB schema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Core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Brand, Booking, Promotion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Extended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Notification, Profile, Search APIs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Domain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Treatment, Clinic, Skin Analysis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Healthy Food, Shop APIs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Treatment Transaction, Skin Journey APIs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Dashboard, Content management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Polish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Documentation, Optimization, 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B-BUF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Integration testing, Bug fixes, Security audit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Mobile Sprints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28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Setup &amp;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Flutter project, Login screen, OTP verification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 Complete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Register, Forgot Password, Onboarding tutorial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 integration testing, Bug fixes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Homepage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Non-login homepage, Logged-in homepage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Homepage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Search functionality, Brand carousel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Brands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Brand listing, Brand detail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Brands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Clinic page, Treatment page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(Part 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Clinic selection, Treatment selection, Date picker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(Part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Time picker, Booking confirmation, Payment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Complete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status, Push notifications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integration testing, Payment validation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 page, Edit profile, Address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Mobile Sprints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28800"/>
                <a:gridCol w="4114800"/>
              </a:tblGrid>
              <a:tr h="3169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Change phone, Change password, Face ID, Privacy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Promotions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Promotion listing, Promotion detail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History &amp; 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history, Skin analysis questionnaire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Start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Healthy Food listing, Food detail, Food cart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Food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Food order, Order tracking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Shop listing, Product detail, Shop cart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Shop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Shop order, Order tracking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Treatment &amp; Journey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Treatment transaction, Skin journey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integration testing, Cross-feature validation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Polish (Part 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UI polish, Animation, Performance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Polish (Part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Bug fixes, Edge cases, Accessibility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QA &amp; Testing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Integration testing, E2E testing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Final QA, Regression testing, App store prep</a:t>
                      </a:r>
                    </a:p>
                  </a:txBody>
                  <a:tcPr/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M-22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Store Prep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App store assets, Submission, Release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Gantt Chart (Weeks 1-14)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8657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8514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8371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8228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8085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942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7657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514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7371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7228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7085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6942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B-1: Foundation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60020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B-2: Core APIs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8657" y="192024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B-3: Extended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8514" y="224028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B-4: Domain APIs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8371" y="256032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B-5: Phase 2 APIs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88228" y="288036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B-6: Phase 2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8085" y="320040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B-7: CMS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7942" y="352044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B-8: Polish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3840480"/>
            <a:ext cx="489857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M-1: Setup &amp; Auth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8514" y="416052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M-2: Auth Complete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8371" y="448056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BUF-1: Buffer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8228" y="4800600"/>
            <a:ext cx="489857" cy="228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M-3: Homepage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8085" y="512064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M-4: Homepage Complete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7942" y="544068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M-5: Brands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57800" y="576072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6035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M-6: Brands Complete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47657" y="608076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355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M-7: Booking (Part 1)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7514" y="640080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6675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M-8: Booking (Part 2)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27371" y="672084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6995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M-9: Booking Complete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17228" y="704088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" y="7315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BUF-2: Buffer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07085" y="7360920"/>
            <a:ext cx="489857" cy="228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7635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M-10: Profile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96942" y="768096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8800" y="8229600"/>
            <a:ext cx="274320" cy="182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94560" y="8183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Backend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8229600"/>
            <a:ext cx="274320" cy="182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0" y="8183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Mobile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8229600"/>
            <a:ext cx="274320" cy="182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8183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Buffer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Gantt Chart (Weeks 15-28)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8657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8514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8371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8228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8085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942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7657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514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7371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7228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7085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6942" y="1188720"/>
            <a:ext cx="48985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</a:defRPr>
            </a:pPr>
            <a:r>
              <a:t>W28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M-11: Profile Complete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60020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M-12: Promotions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8657" y="192024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M-13: History &amp; Skin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8514" y="224028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M-14: Phase 2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8371" y="256032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M-15: Food Complete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88228" y="288036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M-16: Shop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8085" y="320040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M-17: Shop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7942" y="352044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M-18: Treatment &amp;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384048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BUF-3: Buffer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47657" y="4160520"/>
            <a:ext cx="489857" cy="228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M-19: Polish (Part 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7514" y="448056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M-20: Polish (Part 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7371" y="480060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M-21: QA &amp; 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17228" y="512064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BUF-4: Buffer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07085" y="5440680"/>
            <a:ext cx="489857" cy="228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M-22: Store Prep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96942" y="5760720"/>
            <a:ext cx="489857" cy="228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0" y="6309360"/>
            <a:ext cx="274320" cy="182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6263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Backend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6309360"/>
            <a:ext cx="274320" cy="182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0" y="6263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Mobile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6309360"/>
            <a:ext cx="274320" cy="182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6263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Buffer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APIs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2026-07-20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 Complete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2026-07-20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Homepage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2026-08-10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 + Payment Live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 + Promotions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Phase 2 Live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2026-11-23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App Store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2027-01-04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Register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411480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Flutter dev bottleneck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APIs ready 1-2 weeks ahead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Doku payment issues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Early integration testing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App store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Follow guidelines, Pre-submission review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Scope creep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Strict MVP scope, Deferred features documented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Team burnout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Realistic sprint loads, Buffer weeks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Review and approve this roadmap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Set up Flutter project structure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Set up backend API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Begin Sprint B-1: Foundation (June 22)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Begin Sprint M-1: Setup &amp; Auth (July 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Weekly sprint reviews and adjustments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Questions?</a:t>
            </a:r>
            <a:br/>
            <a:r>
              <a:t>Contact: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